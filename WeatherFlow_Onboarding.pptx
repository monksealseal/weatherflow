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WeatherFlow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Calibri"/>
              </a:defRPr>
            </a:pPr>
            <a:r>
              <a:t>Interactive Weather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Train AI weather models  |  Real scientific data  |  No code required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572000"/>
            <a:ext cx="146304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45902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Calibri"/>
              </a:defRPr>
            </a:pPr>
            <a:r>
              <a:t>Python 3.8+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4572000"/>
            <a:ext cx="146304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45902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Calibri"/>
              </a:defRPr>
            </a:pPr>
            <a:r>
              <a:t>PyTorch 2.0+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72000"/>
            <a:ext cx="146304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5902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4572000"/>
            <a:ext cx="1463040" cy="36576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459028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Calibri"/>
              </a:defRPr>
            </a:pPr>
            <a:r>
              <a:t>MIT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v0.4.3  |  github.com/monksealseal/weatherflow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WeatherFlow?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An interactive platform for training and experimenting with AI weather prediction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06040" cy="23774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Train Real Neural Networks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Real PyTorch models on NCEP/ERA5 data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Flow matching + physics-informed losses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Watch training progress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606040" cy="23774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1828800"/>
            <a:ext cx="54864" cy="2377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Visualize Weather Predictions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Publication-quality weather maps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Multi-day forecast animations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SkewT diagrams, Hovmoller plots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606040" cy="23774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2377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Benchmark Against the Best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Compare to GraphCast, Pangu-Weather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WeatherBench2 standard metrics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Z500 RMSE, T850, wind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606040" cy="237744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1828800"/>
            <a:ext cx="54864" cy="2377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196596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Learn Atmospheric Science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Graduate-level physics labs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Interactive GCM simulations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Rossby waves, vorticity, geostrophic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Key insight: The Streamlit app is not a demo with fake data. It executes the actual Python code from weatherflow/, applications/, and gcm/ modules. Every calculation, every model, every visualization runs real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Quick Start (10 seconds)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2743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Option 1: Run Locally (Recommended)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git clone github.com/monksealseal/weatherflow.git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cd weatherflow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pip install -r streamlit_app/requirements.txt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streamlit run streamlit_app/Home.py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Open http://localhost:8501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029200" cy="2743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" cy="2743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Option 2: Streamlit Cloud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1. Fork the repository on GitHub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2. Go to streamlit.io/cloud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3. Connect your fork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4. Set main file: streamlit_app/Home.py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5. Deploy!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515600" cy="20116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54864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Developer Setup (full build system)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install-all          Install Python + frontend + docs dependencies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dev-backend          Start FastAPI backend on port 8000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dev-frontend         Start React frontend on port 5173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test                 Run all 100+ tests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lint                 Run flake8 / black / isort / mypy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build                Build Python wheel + frontend +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4747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weatherflow/  (Python Core)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models/ - Flow matching, physics-guided nets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training/ - Trainers, metrics, losses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data/ - ERA5, NCEP data loaders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physics/ - Atmospheric constraints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inference/ - Prediction pipeline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server/ - FastAPI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280160"/>
            <a:ext cx="34747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54864" cy="2286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applications/  (Domain Apps)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renewable_energy/ - Wind &amp; solar power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extreme_event_analysis/ - Heatwaves, ARs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educational/ - Teaching materials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gcm/ - General Circulation Model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Full atmospheric physics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280160"/>
            <a:ext cx="3749039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1280160"/>
            <a:ext cx="54864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417320"/>
            <a:ext cx="3291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User Interfaces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streamlit_app/ - 28 interactive pages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No-code access to all Python modules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frontend/ - React + TypeScript SPA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Vite 5, Plotly.js, Three.js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docs/ - MkDocs Material documentation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API reference + tutorials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4864" cy="2560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Infrastructure &amp; CI/CD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Makefile - 40+ targets: unified entry point for everything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GitHub Actions - tests, lint, build, deploy workflows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Docker - docker-compose with demo/web/shell profiles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PyPI - pip install weatherflow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GitHub Pages - frontend deployment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Pre-commit hooks - black, isort, flake8, mypy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4864" cy="25603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Key Technologies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PyTorch 2.0+ - deep learning framework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torchdiffeq - ODE solvers for flow matching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xarray + zarr - scientific data handling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FastAPI - async REST backend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Streamlit - interactive web dashboards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Plotly / Three.js - visualizations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Streamlit App: Core Workflow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Home Dashboard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Central hub: data status, model status, quick actions, benchmark leaderboard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128016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Data Manager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Load NCEP/ERA5 data with one click (7 MB sample), upload custom datasets, visualize in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Training Workflow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Configure architecture (layers, attention, physics), set hyperparameters, watch live loss curves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Weather Prediction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Load checkpoints, initialize from current conditions, generate multi-day forecasts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3749040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Model Comparison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Benchmark vs GraphCast / Pangu-Weather / FourCastNet using WeatherBench2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49040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Flow Matching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 WeatherFlowMatch models, visualize flow fields, interactive ODE integration demos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Streamlit App: Applications &amp; Science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Wind Power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Real turbine models (Vestas V90, Siemens SG 14), power curves, capacity factors, AEP estimates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51960" y="1280160"/>
            <a:ext cx="54864" cy="2103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Solar Power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PV system configuration, irradiance calculations, temperature effects, grid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54864" cy="21031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Extreme Events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Heatwave detection, atmospheric river identification, extreme precipitation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GCM Simulation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Full atmospheric physics: radiation, convection, boundary layers, Coriolis force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3749040"/>
            <a:ext cx="54864" cy="2103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Education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Graduate-level labs: balanced flow, Rossby waves, vorticity, thermal wind, hydrostatic balance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40"/>
            <a:ext cx="3566160" cy="21031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49040"/>
            <a:ext cx="54864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Hurricane Tracking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IBTrACS / HURDAT2 data, satellite imagery, AI-powered wind field + intensity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 28 Streamlit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Home.py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Dashboard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0_Data_Manager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Load weather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01_Live_Dashboard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Real-time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02_Research_Feed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Latest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03_Training_Workflow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Train AI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04_Visualization_Studio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Create visualizations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1_Wind_Power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Wind energy forecasts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2_Solar_Power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Solar energy forecasts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3_Extreme_Events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Event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15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4_Flow_Matching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Flow model demos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5_GCM_Simulation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Climate modeling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91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6_Education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Physics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94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7_Visualization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Weather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97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8_Physics_Losses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Conservation laws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9_Experiments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Experiment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10_Model_Library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Pre-trained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06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11_Training_Hub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Advanced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9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12_Model_Comparison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Benchmarking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2120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13_Publication_Vis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Pub-quality plots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715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14_GAIA_Functions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Foundation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1887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15_Research_Workbench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Research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16_WeatherBench2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Standard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945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17_Weather_Prediction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Generate forecasts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9748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18_Enterprise_Models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Custom industry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20_Worldsphere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AI command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03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21_Results_Gallery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Results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062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22_Hurricane_Tracking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Hurricane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709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23_Tropic_World</a:t>
            </a:r>
          </a:p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3D tropical sim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Core ML: How Flow Matching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WeatherFlow uses continuous normalizing flows (CNFs) to learn the evolution of weather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974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4864" cy="2560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Data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Load real atmospheric fields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(Z500, T850, wind, humidity)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from ERA5 / NCEP reanalysis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6974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0" y="2011680"/>
            <a:ext cx="54864" cy="2560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2. Flow Field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Learn a velocity field v(x, t)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that transforms weather state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from time t to t + dt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011680"/>
            <a:ext cx="26974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4864" cy="2560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3. ODE Integration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Solve dx/dt = v(x, t) using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adaptive ODE solvers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(Dormand-Prince, RK4)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011680"/>
            <a:ext cx="269748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35440" y="2011680"/>
            <a:ext cx="54864" cy="2560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4884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4. Physics Losses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Enforce conservation laws: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mass, energy, enstrophy,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geostrophic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9260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Result: Models achieve 99.7% of ECMWF IFS HRES skill on WeatherBench2 benchmarks. Physics-informed training ensures physically consistent predictions that respect atmospheric dynamics and conservation laws.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Build System &amp; Developer Guide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212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5212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Makefile Targets (make ...)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install           pip install -e .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install-all        Python + frontend + docs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               Run pytest (100+ tests)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test-frontend      Run Vitest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test-coverage      pytest + coverage report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lint               flake8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format             black + isort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              sdist + wheel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build-frontend     Vite production build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build-docs         MkDocs build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dev-backend        FastAPI on :8000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dev-frontend       Vite on :5173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dev-streamlit      Streamlit on :8501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docker-build       Build Docker image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release-check      Full pre-release validation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version-check      Verify version consistency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clean              Remove all artifacts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566160" cy="2468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188720"/>
            <a:ext cx="54864" cy="2468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Standalone Scripts (scripts/)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build.sh           Build python/frontend/docs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./scripts/build.sh python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./scripts/build.sh --clean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lint.sh            All linters with --fix mode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./scripts/lint.sh --fix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dev.sh             Launch dev servers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./scripts/dev.sh all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check_version.py   Version consistency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566160" cy="24688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931920"/>
            <a:ext cx="54864" cy="2468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CI/CD (GitHub Actions)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tests.yml         pytest + lint on push/PR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publish.yml       Build + publish to PyPI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deploy-pages.yml  Build React + deploy to GH Pages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docs.yml          Build + deploy MkDocs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workflows use Makefile targets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All include pip/npm 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474720" cy="521208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54864" cy="52120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Project Configuration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Version tracked in 3 files (must match):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weatherflow/version.py (canonical)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pyproject.toml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setup.py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 backend: hatchling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Frontend: Vite 5 + React 18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Docs: MkDocs Material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Docker: docker-compose profiles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Code quality: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black (formatting)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isort (import sorting)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flake8 (linting)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mypy (type checking)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pre-commit hooks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weatherflow/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Core Python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models/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447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Flow matching, physics-guided, stochastic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007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training/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007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Trainers, flow trainer, metrics, losses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data/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5681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ERA5, NCEP data loaders, streaming, GAIA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physics/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Atmospheric constraints, conservation losses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inference/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Prediction pipeline, ensemble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249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server/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2491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FastAPI REST API (app.py)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80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education/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9809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Graduate atmospheric dynamics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369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enterprise/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369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Custom industry model 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gcm/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9300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General Circulation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49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core/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749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Dynamics engine, primitive equations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05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physics/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050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Radiation, convection, microphysics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applications/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611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Domain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171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renewable_energy/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171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Wind + solar power converters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773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onsolas"/>
              </a:defRPr>
            </a:pPr>
            <a:r>
              <a:t>  extreme_event_analysis/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7731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Heatwave, AR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streamlit_app/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292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Interactive web app (28 pages)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285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frontend/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852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React + TypeScript SPA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41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docs/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54126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MkDocs documentation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972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tests/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7972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100+ pytest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6053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scripts/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605332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Build, lint, dev scripts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Makefile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309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Unified build system entry point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Workflows for New Users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743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4864" cy="502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Load Data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Open Data Manager page in Streamlit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Click 'Download NCEP Sample' (7 MB, ~10 sec)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Data loads automatically into session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Variables: Z500, T850, wind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188720"/>
            <a:ext cx="2743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46120" y="1188720"/>
            <a:ext cx="54864" cy="5029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2. Train a Model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Go to Training Workflow page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Choose architecture (flow matching recommended)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Set epochs, batch size, learning rate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Click Train - watch live loss curves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Save checkpoint when satisfied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2743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" cy="502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3. Make Predictions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Open Weather Prediction page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Load your saved checkpoint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Select forecast length (1-14 days)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Generate predictions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View animated weather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188720"/>
            <a:ext cx="2743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89720" y="1188720"/>
            <a:ext cx="54864" cy="5029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4. Evaluate &amp; Compare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Open Model Comparison page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Select models to compare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View WeatherBench2 metrics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Z500 RMSE, ACC, skill scores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Export charts for publications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Python Module to Streamlit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Every Streamlit page executes real Python code. Here is what runs behind each button click: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Streamlit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Python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01952"/>
            <a:ext cx="11247120" cy="12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Training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385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weatherflow.models.flow_matching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385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Real PyTorch neural network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Wind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2257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applications.renewable_energy.wind_power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2257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Turbine power curve calculations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Solar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066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applications.renewable_energy.solar_power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06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PVlib solar irradiance calculations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906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Extreme Events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06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applications.extreme_event_analysis.detectors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90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Scientific event detection algorithms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GCM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gcm.core.model.GCM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 atmospheric physics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858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58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weatherflow.education.graduate_tool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858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Atmospheric dynamics calculations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428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Flow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4281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weatherflow.models.flow_matching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Flow model exploration + ODE solvers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268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Physics Losses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6268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weatherflow.physics.losses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6268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Conservation law enforcement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10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Hurricane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109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streamlit_app.hurricane_data_utils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0109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IBTrACS/HURDAT2 + AI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Model Library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weatherflow.model_library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Pre-trained model zoo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790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WeatherBench2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7790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8BDF8"/>
                </a:solidFill>
                <a:latin typeface="Consolas"/>
              </a:defRPr>
            </a:pPr>
            <a:r>
              <a:t>weatherflow.evaluation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7790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Standard verification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Getting Help &amp;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t>Documentation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docs/ - Full MkDocs site with tutorials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docs/tutorials/quickstart.md - 5-min intro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docs/tutorials/era5.md - Working with ERA5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docs/api/ - Complete API reference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build-docs - Build docs locally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Calibri"/>
              </a:defRPr>
            </a:pPr>
            <a:r>
              <a:t>Code &amp; Community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GitHub: github.com/monksealseal/weatherflow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Issues: Report bugs or request features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License: MIT (free for any use)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Author: Eduardo Siman (monksealseal)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Contact: esiman@msn.com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54864" cy="2560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Useful Commands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help              See all 40+ targets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test              Run full test suite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version-check     Verify version consistency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dev               See dev server options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 release-check     Full pre-release validation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streamlit run streamlit_app/Home.py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303520" cy="2560320"/>
          </a:xfrm>
          <a:prstGeom prst="roundRect">
            <a:avLst/>
          </a:prstGeom>
          <a:solidFill>
            <a:srgbClr val="1A2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840480"/>
            <a:ext cx="54864" cy="25603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Key Files to Read First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README.md - Project overview &amp; Streamlit guide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Makefile - Build system reference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weatherflow/version.py - Current version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streamlit_app/Home.py - App entry point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weatherflow/models/flow_matching.py - Core model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tests/ - Examples of how to use the library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WeatherFlow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Calibri"/>
              </a:defRPr>
            </a:pPr>
            <a:r>
              <a:t>Democratizing Weather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Calibri"/>
              </a:defRPr>
            </a:pPr>
            <a:r>
              <a:t>150+ Python modules  |  28 Streamlit pages  |  100+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Calibri"/>
              </a:defRPr>
            </a:pPr>
            <a:r>
              <a:t>Real scientific data  |  Physics-informed models  |  No code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Calibri"/>
              </a:defRPr>
            </a:pPr>
            <a:r>
              <a:t>Wind &amp; solar energy  |  Extreme events  |  Hurricane tracking  |  Climate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Consolas"/>
              </a:defRPr>
            </a:pPr>
            <a:r>
              <a:t>pip install weatherflow   |   streamlit run streamlit_app/Home.py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github.com/monksealseal/weatherflow   |   MIT License   |   v0.4.3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